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RTIH / APIS / NIC HACKATHON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Type-C DSC Mobile Signing Solution</a:t>
            </a:r>
          </a:p>
          <a:p>
            <a:br/>
            <a:pPr>
              <a:defRPr sz="1600">
                <a:solidFill>
                  <a:srgbClr val="94A3B8"/>
                </a:solidFill>
              </a:defRPr>
            </a:pPr>
            <a:r>
              <a:t>Enterprise-Grade Hardware Digital Signatures directly on Mobile &amp; WebViews without Desktop Dependencies.</a:t>
            </a:r>
          </a:p>
        </p:txBody>
      </p:sp>
      <p:pic>
        <p:nvPicPr>
          <p:cNvPr id="3" name="Picture 2" descr="dsc_mobil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9728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Mobile Signing Bottleneck in e-Governance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🚨 Core Friction Points: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Desktop Middleware Dependency: Over 90% of Class-3 DSC dongles require Windows/macOS drivers (ePass2003, HYP2003, etc.).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No Native Mobile USB Stack: Android and iOS standard OS layers cannot natively talk to CCID smart card protocols.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Broken Field Workflows: Officers and citizens are forced back to desktop computers to sign e-Tenders &amp; tax forms.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Compliance Risk: Cloud OTP signing breaches physical key retention requirements mandated by CCA guidelines.</a:t>
            </a:r>
          </a:p>
        </p:txBody>
      </p:sp>
      <p:pic>
        <p:nvPicPr>
          <p:cNvPr id="7" name="Picture 6" descr="problem_desktop_vs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Direct Plug &amp; Sign Mobile Hardware Integration</a:t>
            </a:r>
          </a:p>
        </p:txBody>
      </p:sp>
      <p:pic>
        <p:nvPicPr>
          <p:cNvPr id="5" name="Picture 4" descr="mobile_signing_ui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645920"/>
            <a:ext cx="53035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✨ Key Solution Capabilities: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Direct USB-C CCID Stack: Native Kotlin USB Host API driver + iOS CryptoTokenKit bridge.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Zero Middleware Required: Interacts directly with physical smartcard chip APDUs on mobile.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Hybrid WebView JS Bridge: Injects window.DSCSigning into existing web portals without frontend code rewrites.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PAdES &amp; RFC 3161 Timestamping: End-to-end PDF signature container sealing with authoritative TSA timestamp.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REGULATORY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100% CCA (Controller of Certifying Authorities) Compliance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474720"/>
                <a:gridCol w="4572000"/>
                <a:gridCol w="155448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0000"/>
                          </a:solidFill>
                        </a:defRPr>
                      </a:pPr>
                      <a:r>
                        <a:t>Rule #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0000"/>
                          </a:solidFill>
                        </a:defRPr>
                      </a:pPr>
                      <a:r>
                        <a:t>CCA Requirement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0000"/>
                          </a:solidFill>
                        </a:defRPr>
                      </a:pPr>
                      <a:r>
                        <a:t>Solution Implementation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0000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Rule 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Private key never leaves hardware token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SHA-256 hash sent to token; signature computed inside chip via APDU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Rule 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Secure PIN Handling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PIN passed directly to native smartcard memory; instant RAM zeroization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Rule 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PAdES / CAdES + RFC 3161 Timestamp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Backend queries CCA-approved TSA &amp; seals PDF with PAdES envelope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Rule 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Enforce Token Lockout Policy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Honors token retry limits; hard lockout after 3 incorrect attempts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Rule 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Full Audit Trail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Immutable PostgreSQL session audit logging with serial &amp; IP tracking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ARCHITECTURE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Dual-Layer Mobile &amp; Cloud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⚙️ System Core Stack: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React Native &amp; Expo UI: Cross-platform mobile front-end.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Android Native (Kotlin): USB Host API + CcidTransport protocol layer + P11Wrapper.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iOS Native (Swift): Apple CryptoTokenKit (TKSmartCard) integration.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Backend (Express/Node.js): SHA-256 hash generator + RFC 3161 TSA submitter + InsForge PostgreSQL audit database.</a:t>
            </a:r>
          </a:p>
        </p:txBody>
      </p:sp>
      <p:pic>
        <p:nvPicPr>
          <p:cNvPr id="7" name="Picture 6" descr="syste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5-Step Cryptographic Signing Lifecycle</a:t>
            </a:r>
          </a:p>
        </p:txBody>
      </p:sp>
      <p:pic>
        <p:nvPicPr>
          <p:cNvPr id="5" name="Picture 4" descr="cca_compliance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645920"/>
            <a:ext cx="53035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🔄 Step-by-Step Execution: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1. Document Hashing: App calculates SHA-256 digest of document.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2. Hardware Detection: App detects plugged Type-C DSC token via native USB Host.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3. RSA/ECC Signing: PIN entered; token hardware chip signs digest inside dongle.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4. RFC 3161 Timestamping: Signature blob timestamped by authoritative TSA.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5. PAdES Assembly: Signed PDF container created &amp; audit trail logged to DB.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SECURITY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Defense-in-Depth Hardware &amp; Data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🔒 Hardware Protection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Zero Key Exposure: Private keys are non-exportable hardware assets.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RAM Zeroization: PIN byte arrays purged immediately after token transmission.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Auto Lockout: Session auto-locks upon backgrounding or USB disconnection.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🛡️ Cryptographic Integrity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SHA-256 Digest Standard: Collision-resistant hashing for all documents.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RSA 2048 / ECC Support: Compatible with standard CCA cert algorithms.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Row Level Security (RLS): Granular Postgres policies protecting audit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DEVELOPER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Hybrid Mobile WebView JavaScript Bridge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🌐 WebView JS Injected Bridge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Zero Web Portal Changes: Legacy government portals call window.DSCSigning.signDocument().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Seamless Native Handshake: WebView intercepts command &amp; invokes native USB module.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Cross-Browser Compatibility: Works in embedded WebViews on iOS &amp; Android.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📦 Drop-In SDK Package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Modular React Native Library: Reusable package for state apps.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Clean Promise-based API: Simple async/await integration.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Automatic Error Handling: Propagates token disconnects &amp; invalid PIN alerts.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IMPACT &amp; APPLICABILITY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Transforming Governance &amp; Enterprise Signing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🏛️ Key Governance Use Cases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e-Tenders &amp; Public Procurement: District collectors approving tenders on tablets.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Corporate Banking: High-value wire transfers signed securely on mobile.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Judiciary &amp; Legal: Judges signing digital court orders remotely.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🚀 Quantifiable Advantages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90% Faster Turnaround: Authorizations completed in seconds.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Zero Hardware Upgrade Cost: Compatible with existing USB Type-C tokens.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National Scale: Fits smoothly into Digital India infrastructure.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FUTURE VISION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10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Empowering Mobile-First Digital Trust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🌟 Product Roadmap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Phase 1 (Completed): USB-C CCID Stack + React Native App + PAdES + Audit Trail.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Phase 2 (Q4 2026): Contactless NFC &amp; Bluetooth Low Energy (BLE) Smart Card support.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Phase 3 (Q1 2027): National NIC &amp; Digital India Portal SDK distribution.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Thank You!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Type-C DSC Mobile Signing Solution</a:t>
            </a:r>
          </a:p>
          <a:p>
            <a:pPr>
              <a:defRPr sz="1400">
                <a:solidFill>
                  <a:srgbClr val="06B6D4"/>
                </a:solidFill>
              </a:defRPr>
            </a:pPr>
            <a:r>
              <a:t>Ready for Judges'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